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83211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3762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90145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5928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7238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0544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9718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2279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95394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3976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85999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3094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68401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20772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04501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66374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7569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B7682-CD21-4CBD-8F78-EF3B69A188B5}" type="datetimeFigureOut">
              <a:rPr lang="en-AE" smtClean="0"/>
              <a:t>25/12/2025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F64DE-DD96-462F-A47F-2E5138B7A99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220260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5E7A0-69FF-E98A-E137-FAFDA88AB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600200"/>
            <a:ext cx="8791575" cy="97324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Legacy website </a:t>
            </a:r>
            <a:r>
              <a:rPr lang="en-GB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ui</a:t>
            </a:r>
            <a:r>
              <a:rPr lang="en-GB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modernization</a:t>
            </a:r>
            <a:endParaRPr lang="en-AE" b="1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3B5A1-68C6-A6C8-2F21-A20A9D6E0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3012103"/>
            <a:ext cx="8791575" cy="1655762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solidFill>
                  <a:schemeClr val="bg2">
                    <a:lumMod val="50000"/>
                  </a:schemeClr>
                </a:solidFill>
              </a:rPr>
              <a:t>Developed BY : g PAVALAN </a:t>
            </a:r>
          </a:p>
          <a:p>
            <a:pPr algn="ctr"/>
            <a:r>
              <a:rPr lang="en-GB" sz="3600" b="1" dirty="0" err="1">
                <a:solidFill>
                  <a:schemeClr val="bg2">
                    <a:lumMod val="50000"/>
                  </a:schemeClr>
                </a:solidFill>
              </a:rPr>
              <a:t>b.E</a:t>
            </a:r>
            <a:r>
              <a:rPr lang="en-GB" sz="36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sz="3600" b="1" dirty="0" err="1">
                <a:solidFill>
                  <a:schemeClr val="bg2">
                    <a:lumMod val="50000"/>
                  </a:schemeClr>
                </a:solidFill>
              </a:rPr>
              <a:t>cse</a:t>
            </a:r>
            <a:r>
              <a:rPr lang="en-GB" sz="3600" b="1" dirty="0">
                <a:solidFill>
                  <a:schemeClr val="bg2">
                    <a:lumMod val="50000"/>
                  </a:schemeClr>
                </a:solidFill>
              </a:rPr>
              <a:t> – hackathon participant</a:t>
            </a:r>
            <a:endParaRPr lang="en-AE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4563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A176-DE5E-73E9-3285-D1924FB75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1220735"/>
          </a:xfrm>
        </p:spPr>
        <p:txBody>
          <a:bodyPr anchor="t"/>
          <a:lstStyle/>
          <a:p>
            <a:pPr algn="ctr"/>
            <a:r>
              <a:rPr lang="en-GB" b="1" dirty="0">
                <a:solidFill>
                  <a:schemeClr val="bg2">
                    <a:lumMod val="50000"/>
                  </a:schemeClr>
                </a:solidFill>
              </a:rPr>
              <a:t>Domain : web / mobile application – smart automation</a:t>
            </a:r>
            <a:endParaRPr lang="en-AE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87AAB-7DFB-A50F-E970-13279B205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2843264"/>
            <a:ext cx="9906000" cy="3011846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Problem description :</a:t>
            </a:r>
          </a:p>
          <a:p>
            <a:pPr algn="just"/>
            <a:r>
              <a:rPr lang="en-GB" sz="3200" b="1" cap="none" dirty="0">
                <a:solidFill>
                  <a:schemeClr val="bg2">
                    <a:lumMod val="50000"/>
                  </a:schemeClr>
                </a:solidFill>
              </a:rPr>
              <a:t>Recreate a </a:t>
            </a:r>
            <a:r>
              <a:rPr lang="en-GB" sz="3600" b="1" cap="none" dirty="0" err="1">
                <a:solidFill>
                  <a:schemeClr val="bg2">
                    <a:lumMod val="50000"/>
                  </a:schemeClr>
                </a:solidFill>
              </a:rPr>
              <a:t>legary</a:t>
            </a:r>
            <a:r>
              <a:rPr lang="en-GB" sz="3200" b="1" cap="none" dirty="0">
                <a:solidFill>
                  <a:schemeClr val="bg2">
                    <a:lumMod val="50000"/>
                  </a:schemeClr>
                </a:solidFill>
              </a:rPr>
              <a:t> website using only HTML and CSS with a modern, visually enhanced, and user - friendly interface while preserving its original structure.</a:t>
            </a:r>
          </a:p>
        </p:txBody>
      </p:sp>
    </p:spTree>
    <p:extLst>
      <p:ext uri="{BB962C8B-B14F-4D97-AF65-F5344CB8AC3E}">
        <p14:creationId xmlns:p14="http://schemas.microsoft.com/office/powerpoint/2010/main" val="3018505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2C6CF-E944-53BF-7F61-FD729342B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2">
                    <a:lumMod val="50000"/>
                  </a:schemeClr>
                </a:solidFill>
              </a:rPr>
              <a:t>Solution explanation</a:t>
            </a:r>
            <a:endParaRPr lang="en-AE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E0534-BD8F-233E-1FF1-518072A54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chemeClr val="bg2">
                    <a:lumMod val="50000"/>
                  </a:schemeClr>
                </a:solidFill>
              </a:rPr>
              <a:t>Many legacy websites suffer from outdated UI Designs, poor responsiveness, and lack of user – friendly navigation. These Issues negatively impact user experiences and accessibility.</a:t>
            </a:r>
            <a:endParaRPr lang="en-AE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03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FC4D-688A-7458-69EF-F31547A6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2">
                    <a:lumMod val="50000"/>
                  </a:schemeClr>
                </a:solidFill>
              </a:rPr>
              <a:t>My solution</a:t>
            </a:r>
            <a:endParaRPr lang="en-AE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1A221-F6B0-6472-A43C-136758155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chemeClr val="bg2">
                    <a:lumMod val="50000"/>
                  </a:schemeClr>
                </a:solidFill>
              </a:rPr>
              <a:t>I’m create a new UI website to modern, clean and responsive user interface using only HTML, CSS and Simple Logic </a:t>
            </a:r>
            <a:r>
              <a:rPr lang="en-GB" sz="3600" b="1" dirty="0" err="1">
                <a:solidFill>
                  <a:schemeClr val="bg2">
                    <a:lumMod val="50000"/>
                  </a:schemeClr>
                </a:solidFill>
              </a:rPr>
              <a:t>Javascript</a:t>
            </a:r>
            <a:r>
              <a:rPr lang="en-GB" sz="3600" b="1" dirty="0">
                <a:solidFill>
                  <a:schemeClr val="bg2">
                    <a:lumMod val="50000"/>
                  </a:schemeClr>
                </a:solidFill>
              </a:rPr>
              <a:t>, while maintaining the original content structure.</a:t>
            </a:r>
            <a:endParaRPr lang="en-AE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818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D8D32-B9CF-C4BF-0B7A-752EE886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2">
                    <a:lumMod val="50000"/>
                  </a:schemeClr>
                </a:solidFill>
              </a:rPr>
              <a:t>Key improvements </a:t>
            </a:r>
            <a:endParaRPr lang="en-AE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4963A-3CD0-4406-7B91-285C72FC0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05241"/>
            <a:ext cx="9905999" cy="3541714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chemeClr val="bg2">
                    <a:lumMod val="50000"/>
                  </a:schemeClr>
                </a:solidFill>
              </a:rPr>
              <a:t>Modern Layout using flexbox</a:t>
            </a:r>
            <a:endParaRPr lang="en-AE" sz="36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AE" sz="3600" b="1" dirty="0">
                <a:solidFill>
                  <a:schemeClr val="bg2">
                    <a:lumMod val="50000"/>
                  </a:schemeClr>
                </a:solidFill>
              </a:rPr>
              <a:t>Improved typography and </a:t>
            </a:r>
            <a:r>
              <a:rPr lang="en-AE" sz="3600" b="1" dirty="0" err="1">
                <a:solidFill>
                  <a:schemeClr val="bg2">
                    <a:lumMod val="50000"/>
                  </a:schemeClr>
                </a:solidFill>
              </a:rPr>
              <a:t>color</a:t>
            </a:r>
            <a:r>
              <a:rPr lang="en-AE" sz="3600" b="1" dirty="0">
                <a:solidFill>
                  <a:schemeClr val="bg2">
                    <a:lumMod val="50000"/>
                  </a:schemeClr>
                </a:solidFill>
              </a:rPr>
              <a:t> scheme</a:t>
            </a:r>
          </a:p>
          <a:p>
            <a:r>
              <a:rPr lang="en-AE" sz="3600" b="1" dirty="0">
                <a:solidFill>
                  <a:schemeClr val="bg2">
                    <a:lumMod val="50000"/>
                  </a:schemeClr>
                </a:solidFill>
              </a:rPr>
              <a:t>Responsive Design for Mobile, Tablet and desktop</a:t>
            </a:r>
          </a:p>
          <a:p>
            <a:r>
              <a:rPr lang="en-AE" sz="3600" b="1" dirty="0">
                <a:solidFill>
                  <a:schemeClr val="bg2">
                    <a:lumMod val="50000"/>
                  </a:schemeClr>
                </a:solidFill>
              </a:rPr>
              <a:t>Card-based section with hover effects</a:t>
            </a:r>
          </a:p>
          <a:p>
            <a:r>
              <a:rPr lang="en-AE" sz="3600" b="1" dirty="0">
                <a:solidFill>
                  <a:schemeClr val="bg2">
                    <a:lumMod val="50000"/>
                  </a:schemeClr>
                </a:solidFill>
              </a:rPr>
              <a:t>Clean navigation bar.</a:t>
            </a:r>
            <a:endParaRPr lang="en-GB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500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6D487-2DAF-F6F8-F4E1-2FDF412D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2">
                    <a:lumMod val="50000"/>
                  </a:schemeClr>
                </a:solidFill>
              </a:rPr>
              <a:t>Tools &amp; technologies used</a:t>
            </a:r>
            <a:endParaRPr lang="en-AE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0A56-BF8F-33A3-A936-3855A758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300" b="1" dirty="0">
                <a:solidFill>
                  <a:schemeClr val="bg2">
                    <a:lumMod val="50000"/>
                  </a:schemeClr>
                </a:solidFill>
              </a:rPr>
              <a:t>FRONTEND TECHNOLOGIES : </a:t>
            </a:r>
          </a:p>
          <a:p>
            <a:r>
              <a:rPr lang="en-GB" sz="3300" b="1" dirty="0">
                <a:solidFill>
                  <a:schemeClr val="bg2">
                    <a:lumMod val="50000"/>
                  </a:schemeClr>
                </a:solidFill>
              </a:rPr>
              <a:t>HTML 5 – Website Structure</a:t>
            </a:r>
          </a:p>
          <a:p>
            <a:r>
              <a:rPr lang="en-GB" sz="3300" b="1" dirty="0">
                <a:solidFill>
                  <a:schemeClr val="bg2">
                    <a:lumMod val="50000"/>
                  </a:schemeClr>
                </a:solidFill>
              </a:rPr>
              <a:t>CSS3 – Styling, Layout, Responsiveness</a:t>
            </a:r>
          </a:p>
          <a:p>
            <a:r>
              <a:rPr lang="en-GB" sz="3300" b="1" dirty="0">
                <a:solidFill>
                  <a:schemeClr val="bg2">
                    <a:lumMod val="50000"/>
                  </a:schemeClr>
                </a:solidFill>
              </a:rPr>
              <a:t>JAVASCRIPT – Interactive Website of User Friendly.</a:t>
            </a:r>
          </a:p>
        </p:txBody>
      </p:sp>
    </p:spTree>
    <p:extLst>
      <p:ext uri="{BB962C8B-B14F-4D97-AF65-F5344CB8AC3E}">
        <p14:creationId xmlns:p14="http://schemas.microsoft.com/office/powerpoint/2010/main" val="1719430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55AB-7DD2-308F-A63A-DAA14EC0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2">
                    <a:lumMod val="50000"/>
                  </a:schemeClr>
                </a:solidFill>
              </a:rPr>
              <a:t>PROJECT SCREENSHOTS</a:t>
            </a:r>
            <a:endParaRPr lang="en-AE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869143-4E3B-522C-84A2-09360E350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097088"/>
            <a:ext cx="9905997" cy="4272874"/>
          </a:xfrm>
        </p:spPr>
      </p:pic>
    </p:spTree>
    <p:extLst>
      <p:ext uri="{BB962C8B-B14F-4D97-AF65-F5344CB8AC3E}">
        <p14:creationId xmlns:p14="http://schemas.microsoft.com/office/powerpoint/2010/main" val="1768239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9DD206-B7EB-9860-9504-634F14FD9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54" y="410355"/>
            <a:ext cx="10604091" cy="603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80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697812-7DB2-D271-C58C-6EDDF2135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75187"/>
            <a:ext cx="10972800" cy="57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51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3B33-5A67-2B2D-0CFA-A9B8AC46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2">
                    <a:lumMod val="50000"/>
                  </a:schemeClr>
                </a:solidFill>
              </a:rPr>
              <a:t>Future enhancement</a:t>
            </a:r>
            <a:endParaRPr lang="en-AE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A3C30-7874-DDAF-BDBB-93E566125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900" b="1" dirty="0">
                <a:solidFill>
                  <a:schemeClr val="bg2">
                    <a:lumMod val="50000"/>
                  </a:schemeClr>
                </a:solidFill>
              </a:rPr>
              <a:t>I’m Maintained a Large Amount of Database to store a information using SQL (or) NoSQL.</a:t>
            </a:r>
          </a:p>
          <a:p>
            <a:r>
              <a:rPr lang="en-AE" sz="3900" b="1" dirty="0">
                <a:solidFill>
                  <a:schemeClr val="bg2">
                    <a:lumMod val="50000"/>
                  </a:schemeClr>
                </a:solidFill>
              </a:rPr>
              <a:t>Implements the payment gateway to interaction of college required fees.</a:t>
            </a:r>
          </a:p>
          <a:p>
            <a:r>
              <a:rPr lang="en-AE" sz="3900" b="1" dirty="0">
                <a:solidFill>
                  <a:schemeClr val="bg2">
                    <a:lumMod val="50000"/>
                  </a:schemeClr>
                </a:solidFill>
              </a:rPr>
              <a:t>To build a High Level Security for communicate confidential Message to Student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63020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2AA93-BF8C-306F-E588-7E2F50C4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2">
                    <a:lumMod val="50000"/>
                  </a:schemeClr>
                </a:solidFill>
              </a:rPr>
              <a:t>conclusion</a:t>
            </a:r>
            <a:endParaRPr lang="en-AE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E6DFD-D571-BFE5-20F4-1DDC47A7A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This project successfully demonstrates how a legacy website can be modernization using only HTML and CSS. The Solution enhances usability, visual appeal, and responsiveness while preserving the original structure, making it’s suitable for real-world applications.</a:t>
            </a:r>
            <a:endParaRPr lang="en-AE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64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</TotalTime>
  <Words>262</Words>
  <Application>Microsoft Office PowerPoint</Application>
  <PresentationFormat>Widescreen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</vt:lpstr>
      <vt:lpstr>Tw Cen MT</vt:lpstr>
      <vt:lpstr>Circuit</vt:lpstr>
      <vt:lpstr>Legacy website ui modernization</vt:lpstr>
      <vt:lpstr>Domain : web / mobile application – smart automation</vt:lpstr>
      <vt:lpstr>Solution explanation</vt:lpstr>
      <vt:lpstr>My solution</vt:lpstr>
      <vt:lpstr>Key improvements </vt:lpstr>
      <vt:lpstr>Tools &amp; technologies used</vt:lpstr>
      <vt:lpstr>PROJECT SCREENSHOTS</vt:lpstr>
      <vt:lpstr>PowerPoint Presentation</vt:lpstr>
      <vt:lpstr>PowerPoint Presentation</vt:lpstr>
      <vt:lpstr>Future enhancement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PAVALAN GANESAN</dc:creator>
  <cp:lastModifiedBy>PAVALAN GANESAN</cp:lastModifiedBy>
  <cp:revision>2</cp:revision>
  <dcterms:created xsi:type="dcterms:W3CDTF">2025-12-25T07:17:52Z</dcterms:created>
  <dcterms:modified xsi:type="dcterms:W3CDTF">2025-12-25T07:35:17Z</dcterms:modified>
</cp:coreProperties>
</file>